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A9A9"/>
    <a:srgbClr val="7800AC"/>
    <a:srgbClr val="EDEEF3"/>
    <a:srgbClr val="D9D9D9"/>
    <a:srgbClr val="F3F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4" d="100"/>
          <a:sy n="64" d="100"/>
        </p:scale>
        <p:origin x="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8E35ED-7995-603E-D0BB-AB77C91D1B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02113A-5D46-9657-C0BA-2056A4BD41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7E7530-89D1-DCC6-F064-CF73A0950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8C8C0-BC70-4432-8EDB-44945A50E21C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181B48-DC35-AEEF-FFA2-95DB65CCD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78D4EE-004D-84B8-7F9F-55EE97F83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D0DFE-095D-4413-85C6-D9D86C3292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30663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0EF72-40FF-5CDB-A49E-05B835A91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D4FB95-4764-470F-5AED-5F6F6E5D5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28720B-EC38-7796-B184-5A9B85C5A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8C8C0-BC70-4432-8EDB-44945A50E21C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5846F4-7FFF-44AF-77A1-B7C93279C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977776-520E-B8F0-5824-A33BE1ED8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D0DFE-095D-4413-85C6-D9D86C3292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8283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BB3744-AED4-698F-31A1-E1CB1BC79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071DE0-AA56-A40D-B078-C7C7482C6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FA41DA-6776-DD6A-3B9A-BBC8556F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8C8C0-BC70-4432-8EDB-44945A50E21C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121B63-2A02-C073-88D6-B80B4BA27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60422A-D7C5-B03B-4DA7-4D9DA8BDA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D0DFE-095D-4413-85C6-D9D86C3292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2390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1FC23-B354-66E0-8291-F21737171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52075E-6378-C0E0-3C54-5F941D4808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48A7650-89C1-398C-3F36-AA59496BC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1A2A2F-3593-22F6-579D-2F16F95F6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8C8C0-BC70-4432-8EDB-44945A50E21C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58AC706-E5B3-01CA-2BB6-AB5E9DFE1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9E1E0C-C270-9D76-C5B8-02DC4A910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D0DFE-095D-4413-85C6-D9D86C3292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1288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19130C-09BE-48CB-049A-A9DA9F39A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F7FFA52-A679-52D0-6741-04F1EC305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8B8F753-4BC2-2FF2-59FC-A301B4D6E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432B821-E8AE-DB3D-F21B-3B3DBFB617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D4E9356-8538-697C-60C2-4EAF1BBCB8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5791060-8C40-B673-1C7F-77B7E5988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8C8C0-BC70-4432-8EDB-44945A50E21C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00810CE-0EA9-64C5-902F-A5D1B6438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9D17845-A467-32F3-10B2-B162A8F28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D0DFE-095D-4413-85C6-D9D86C3292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6363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DBE34B-5726-0E06-DE34-7F435075C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07CED81-3CDD-6DDE-3430-09AC37E08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8C8C0-BC70-4432-8EDB-44945A50E21C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99CC693-9A8C-B03E-3774-49FEED844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F7EBB68-2052-6C07-DE45-80C517DF4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D0DFE-095D-4413-85C6-D9D86C3292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19827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7CB5C47-BC27-E09D-B6EC-A572821A7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8C8C0-BC70-4432-8EDB-44945A50E21C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FE4C81A-B663-C08C-77F6-0516E7248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7321E7F-6C56-6D6A-7AD4-0D2E326B7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D0DFE-095D-4413-85C6-D9D86C3292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94279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7A708-549D-DA24-7498-CFC349807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FF7FDD-6061-B0A9-6360-7C0F3C5A9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3BFA736-A94F-4BBB-3EB0-C52C1971D7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7B0BDC-A8A5-0187-3B99-78EF572FA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8C8C0-BC70-4432-8EDB-44945A50E21C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EF16E71-1E4D-E4A0-C637-F28193F02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C08F889-A235-16C4-BF5F-249AE8337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D0DFE-095D-4413-85C6-D9D86C3292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90269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D6BAA4-9B83-BF8E-515F-9CB1536BB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B9E902D-87D1-65B3-9741-FDAE60796C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90461A1-3D02-7982-9451-DB129B4C8A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45C26A-1282-F759-6578-03376278A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8C8C0-BC70-4432-8EDB-44945A50E21C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90778D7-A15C-15C4-E5AD-1986E35BF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DE9ED3-90F0-DB29-E055-03844955B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D0DFE-095D-4413-85C6-D9D86C3292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5479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97B1B-91B0-5C00-334E-9379FA220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AF2013-BE5C-D8CD-A8ED-0C1E2E6D9D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EAD13D-60DA-678A-400D-EF4ECB4AF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8C8C0-BC70-4432-8EDB-44945A50E21C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4A756B-4C2C-B054-8EB0-1E4F22DDB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CC6B54-396B-0881-6117-8BCFE8719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D0DFE-095D-4413-85C6-D9D86C3292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15105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A57E8D-D98C-0276-FEFC-2892D7D628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730B6A0-6665-174B-F5FB-2F2542C9E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5A05F2-1FE4-E2CB-70B4-9ACCB641A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8C8C0-BC70-4432-8EDB-44945A50E21C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4CE926-BEDD-B5CB-F843-FBCF4B4E0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4C1C9E-4E89-FF72-7F57-D4750AFCB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D0DFE-095D-4413-85C6-D9D86C3292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55196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F9DA9C8-F190-9F49-116D-B1C6145E5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34E0CE-E0AD-2FC7-ACC2-D0CF68D15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70A6F8-1D67-532A-82F2-4AA310C642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58C8C0-BC70-4432-8EDB-44945A50E21C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E9D00B-EA46-A463-114B-E508DEE99B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F5737D-B374-4FAA-C4E6-A8BB7F31A7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3D0DFE-095D-4413-85C6-D9D86C3292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91465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90CED8CD-41CB-8E0C-9950-DAF3C9EE9680}"/>
              </a:ext>
            </a:extLst>
          </p:cNvPr>
          <p:cNvSpPr/>
          <p:nvPr/>
        </p:nvSpPr>
        <p:spPr>
          <a:xfrm>
            <a:off x="0" y="376134"/>
            <a:ext cx="10800000" cy="6300000"/>
          </a:xfrm>
          <a:prstGeom prst="roundRect">
            <a:avLst>
              <a:gd name="adj" fmla="val 5460"/>
            </a:avLst>
          </a:prstGeom>
          <a:solidFill>
            <a:srgbClr val="F3F4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6253BE76-1715-0CED-05AD-0F02D4B0EABD}"/>
              </a:ext>
            </a:extLst>
          </p:cNvPr>
          <p:cNvSpPr/>
          <p:nvPr/>
        </p:nvSpPr>
        <p:spPr>
          <a:xfrm>
            <a:off x="9081688" y="14400"/>
            <a:ext cx="2883600" cy="6843600"/>
          </a:xfrm>
          <a:prstGeom prst="roundRect">
            <a:avLst/>
          </a:prstGeom>
          <a:gradFill>
            <a:gsLst>
              <a:gs pos="0">
                <a:srgbClr val="7800AC"/>
              </a:gs>
              <a:gs pos="100000">
                <a:srgbClr val="EDEEF3"/>
              </a:gs>
              <a:gs pos="90000">
                <a:srgbClr val="FDA9A9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C7C92EDD-2135-7838-42C6-6D062D140682}"/>
              </a:ext>
            </a:extLst>
          </p:cNvPr>
          <p:cNvGrpSpPr/>
          <p:nvPr/>
        </p:nvGrpSpPr>
        <p:grpSpPr>
          <a:xfrm>
            <a:off x="137259" y="1074859"/>
            <a:ext cx="2340000" cy="1260000"/>
            <a:chOff x="416687" y="1523008"/>
            <a:chExt cx="2340000" cy="1260000"/>
          </a:xfrm>
        </p:grpSpPr>
        <p:sp>
          <p:nvSpPr>
            <p:cNvPr id="6" name="Rectángulo: esquinas redondeadas 5">
              <a:extLst>
                <a:ext uri="{FF2B5EF4-FFF2-40B4-BE49-F238E27FC236}">
                  <a16:creationId xmlns:a16="http://schemas.microsoft.com/office/drawing/2014/main" id="{ED1621FE-E450-9492-FE55-A728CD9F8A9D}"/>
                </a:ext>
              </a:extLst>
            </p:cNvPr>
            <p:cNvSpPr/>
            <p:nvPr/>
          </p:nvSpPr>
          <p:spPr>
            <a:xfrm>
              <a:off x="416687" y="1523008"/>
              <a:ext cx="2340000" cy="1260000"/>
            </a:xfrm>
            <a:prstGeom prst="roundRect">
              <a:avLst/>
            </a:prstGeom>
            <a:solidFill>
              <a:srgbClr val="D9D9D9"/>
            </a:solidFill>
            <a:ln>
              <a:noFill/>
            </a:ln>
            <a:effectLst>
              <a:outerShdw blurRad="127000" dist="127000" dir="13500000" algn="ct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7969B342-4FFD-D4E5-B314-9269E32244A5}"/>
                </a:ext>
              </a:extLst>
            </p:cNvPr>
            <p:cNvSpPr/>
            <p:nvPr/>
          </p:nvSpPr>
          <p:spPr>
            <a:xfrm>
              <a:off x="416687" y="1523008"/>
              <a:ext cx="2340000" cy="1260000"/>
            </a:xfrm>
            <a:prstGeom prst="roundRect">
              <a:avLst/>
            </a:prstGeom>
            <a:gradFill>
              <a:gsLst>
                <a:gs pos="0">
                  <a:srgbClr val="EDEEF3"/>
                </a:gs>
                <a:gs pos="100000">
                  <a:srgbClr val="EDEEF3"/>
                </a:gs>
                <a:gs pos="90000">
                  <a:schemeClr val="bg1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 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357AD388-37D2-D278-38C2-0E7A496841C5}"/>
              </a:ext>
            </a:extLst>
          </p:cNvPr>
          <p:cNvGrpSpPr/>
          <p:nvPr/>
        </p:nvGrpSpPr>
        <p:grpSpPr>
          <a:xfrm>
            <a:off x="2962801" y="1074859"/>
            <a:ext cx="2340000" cy="1260000"/>
            <a:chOff x="416687" y="1523008"/>
            <a:chExt cx="2340000" cy="1260000"/>
          </a:xfrm>
        </p:grpSpPr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72A4F56F-09BD-B517-D5FB-A6C2D9555A72}"/>
                </a:ext>
              </a:extLst>
            </p:cNvPr>
            <p:cNvSpPr/>
            <p:nvPr/>
          </p:nvSpPr>
          <p:spPr>
            <a:xfrm>
              <a:off x="416687" y="1523008"/>
              <a:ext cx="2340000" cy="1260000"/>
            </a:xfrm>
            <a:prstGeom prst="roundRect">
              <a:avLst/>
            </a:prstGeom>
            <a:solidFill>
              <a:srgbClr val="D9D9D9"/>
            </a:solidFill>
            <a:ln>
              <a:noFill/>
            </a:ln>
            <a:effectLst>
              <a:outerShdw blurRad="127000" dist="127000" dir="13500000" algn="ct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F8B7C0C8-6F82-57C9-3942-67C8F0FA7D85}"/>
                </a:ext>
              </a:extLst>
            </p:cNvPr>
            <p:cNvSpPr/>
            <p:nvPr/>
          </p:nvSpPr>
          <p:spPr>
            <a:xfrm>
              <a:off x="416687" y="1523008"/>
              <a:ext cx="2340000" cy="1260000"/>
            </a:xfrm>
            <a:prstGeom prst="roundRect">
              <a:avLst/>
            </a:prstGeom>
            <a:gradFill>
              <a:gsLst>
                <a:gs pos="0">
                  <a:srgbClr val="EDEEF3"/>
                </a:gs>
                <a:gs pos="100000">
                  <a:srgbClr val="EDEEF3"/>
                </a:gs>
                <a:gs pos="90000">
                  <a:schemeClr val="bg1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 </a:t>
              </a:r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D81F9AA3-B267-338E-F42A-E2C20336EFB8}"/>
              </a:ext>
            </a:extLst>
          </p:cNvPr>
          <p:cNvGrpSpPr/>
          <p:nvPr/>
        </p:nvGrpSpPr>
        <p:grpSpPr>
          <a:xfrm>
            <a:off x="5788343" y="1074859"/>
            <a:ext cx="2340000" cy="1260000"/>
            <a:chOff x="416687" y="1523008"/>
            <a:chExt cx="2340000" cy="1260000"/>
          </a:xfrm>
        </p:grpSpPr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C51357E1-3491-4434-B750-C937BD200E30}"/>
                </a:ext>
              </a:extLst>
            </p:cNvPr>
            <p:cNvSpPr/>
            <p:nvPr/>
          </p:nvSpPr>
          <p:spPr>
            <a:xfrm>
              <a:off x="416687" y="1523008"/>
              <a:ext cx="2340000" cy="1260000"/>
            </a:xfrm>
            <a:prstGeom prst="roundRect">
              <a:avLst/>
            </a:prstGeom>
            <a:solidFill>
              <a:srgbClr val="D9D9D9"/>
            </a:solidFill>
            <a:ln>
              <a:noFill/>
            </a:ln>
            <a:effectLst>
              <a:outerShdw blurRad="127000" dist="127000" dir="13500000" algn="ct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" name="Rectángulo: esquinas redondeadas 13">
              <a:extLst>
                <a:ext uri="{FF2B5EF4-FFF2-40B4-BE49-F238E27FC236}">
                  <a16:creationId xmlns:a16="http://schemas.microsoft.com/office/drawing/2014/main" id="{4118ED5D-17FC-F8FE-D562-E4DBB9704DB4}"/>
                </a:ext>
              </a:extLst>
            </p:cNvPr>
            <p:cNvSpPr/>
            <p:nvPr/>
          </p:nvSpPr>
          <p:spPr>
            <a:xfrm>
              <a:off x="416687" y="1523008"/>
              <a:ext cx="2340000" cy="1260000"/>
            </a:xfrm>
            <a:prstGeom prst="roundRect">
              <a:avLst/>
            </a:prstGeom>
            <a:gradFill>
              <a:gsLst>
                <a:gs pos="0">
                  <a:srgbClr val="EDEEF3"/>
                </a:gs>
                <a:gs pos="100000">
                  <a:srgbClr val="EDEEF3"/>
                </a:gs>
                <a:gs pos="90000">
                  <a:schemeClr val="bg1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 </a:t>
              </a: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71C07B0-9F73-F0C5-263E-496885543400}"/>
              </a:ext>
            </a:extLst>
          </p:cNvPr>
          <p:cNvGrpSpPr/>
          <p:nvPr/>
        </p:nvGrpSpPr>
        <p:grpSpPr>
          <a:xfrm>
            <a:off x="9081688" y="441259"/>
            <a:ext cx="3067200" cy="1893600"/>
            <a:chOff x="416687" y="1523008"/>
            <a:chExt cx="2340000" cy="1260000"/>
          </a:xfrm>
        </p:grpSpPr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E4BB8BBE-488A-0D29-ADD5-39400D97B1C6}"/>
                </a:ext>
              </a:extLst>
            </p:cNvPr>
            <p:cNvSpPr/>
            <p:nvPr/>
          </p:nvSpPr>
          <p:spPr>
            <a:xfrm>
              <a:off x="416687" y="1523008"/>
              <a:ext cx="2340000" cy="1260000"/>
            </a:xfrm>
            <a:prstGeom prst="roundRect">
              <a:avLst/>
            </a:prstGeom>
            <a:solidFill>
              <a:srgbClr val="D9D9D9"/>
            </a:solidFill>
            <a:ln>
              <a:noFill/>
            </a:ln>
            <a:effectLst>
              <a:outerShdw blurRad="127000" dist="127000" dir="13500000" algn="ct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7" name="Rectángulo: esquinas redondeadas 16">
              <a:extLst>
                <a:ext uri="{FF2B5EF4-FFF2-40B4-BE49-F238E27FC236}">
                  <a16:creationId xmlns:a16="http://schemas.microsoft.com/office/drawing/2014/main" id="{0E0EA361-498D-1A0D-5248-26494E50F0B5}"/>
                </a:ext>
              </a:extLst>
            </p:cNvPr>
            <p:cNvSpPr/>
            <p:nvPr/>
          </p:nvSpPr>
          <p:spPr>
            <a:xfrm>
              <a:off x="416687" y="1523008"/>
              <a:ext cx="2340000" cy="1260000"/>
            </a:xfrm>
            <a:prstGeom prst="roundRect">
              <a:avLst/>
            </a:prstGeom>
            <a:gradFill>
              <a:gsLst>
                <a:gs pos="0">
                  <a:srgbClr val="EDEEF3"/>
                </a:gs>
                <a:gs pos="100000">
                  <a:srgbClr val="EDEEF3"/>
                </a:gs>
                <a:gs pos="90000">
                  <a:schemeClr val="bg1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 </a:t>
              </a:r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53286F83-C8DC-2EB6-BB78-0B13F44AB2C0}"/>
              </a:ext>
            </a:extLst>
          </p:cNvPr>
          <p:cNvGrpSpPr/>
          <p:nvPr/>
        </p:nvGrpSpPr>
        <p:grpSpPr>
          <a:xfrm>
            <a:off x="226712" y="3033584"/>
            <a:ext cx="8028000" cy="3434400"/>
            <a:chOff x="416687" y="1523008"/>
            <a:chExt cx="2340000" cy="1260000"/>
          </a:xfrm>
        </p:grpSpPr>
        <p:sp>
          <p:nvSpPr>
            <p:cNvPr id="19" name="Rectángulo: esquinas redondeadas 18">
              <a:extLst>
                <a:ext uri="{FF2B5EF4-FFF2-40B4-BE49-F238E27FC236}">
                  <a16:creationId xmlns:a16="http://schemas.microsoft.com/office/drawing/2014/main" id="{490F1203-1A33-015E-A8FD-BEC790977A1F}"/>
                </a:ext>
              </a:extLst>
            </p:cNvPr>
            <p:cNvSpPr/>
            <p:nvPr/>
          </p:nvSpPr>
          <p:spPr>
            <a:xfrm>
              <a:off x="416687" y="1523008"/>
              <a:ext cx="2340000" cy="1260000"/>
            </a:xfrm>
            <a:prstGeom prst="roundRect">
              <a:avLst/>
            </a:prstGeom>
            <a:solidFill>
              <a:srgbClr val="D9D9D9"/>
            </a:solidFill>
            <a:ln>
              <a:noFill/>
            </a:ln>
            <a:effectLst>
              <a:outerShdw blurRad="127000" dist="127000" dir="13500000" algn="ct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C65A761B-F5E1-5349-5C7A-C46FA295DA35}"/>
                </a:ext>
              </a:extLst>
            </p:cNvPr>
            <p:cNvSpPr/>
            <p:nvPr/>
          </p:nvSpPr>
          <p:spPr>
            <a:xfrm>
              <a:off x="416687" y="1523008"/>
              <a:ext cx="2340000" cy="1260000"/>
            </a:xfrm>
            <a:prstGeom prst="roundRect">
              <a:avLst/>
            </a:prstGeom>
            <a:gradFill>
              <a:gsLst>
                <a:gs pos="0">
                  <a:srgbClr val="EDEEF3"/>
                </a:gs>
                <a:gs pos="100000">
                  <a:srgbClr val="EDEEF3"/>
                </a:gs>
                <a:gs pos="90000">
                  <a:schemeClr val="bg1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190500" dist="190500" dir="27000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17759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davila</dc:creator>
  <cp:lastModifiedBy>james davila</cp:lastModifiedBy>
  <cp:revision>1</cp:revision>
  <dcterms:created xsi:type="dcterms:W3CDTF">2025-11-10T16:45:32Z</dcterms:created>
  <dcterms:modified xsi:type="dcterms:W3CDTF">2025-11-10T16:46:20Z</dcterms:modified>
</cp:coreProperties>
</file>